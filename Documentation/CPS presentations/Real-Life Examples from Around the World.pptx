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7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44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3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39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8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3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4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05F9D-DCF8-4BDA-A7F7-C3A78299CBD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953E5-FFFB-4326-885E-C40DF5E8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1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Real-Life Examples from Around the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that we understand why switching from single-use plastics to home-compostable options is important, let’s look at how some universities around the world have already made this change — and the positive effect it’s had on their campuses and the environment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622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In 2020, the </a:t>
            </a:r>
            <a:r>
              <a:rPr lang="en-US" b="1" dirty="0" smtClean="0"/>
              <a:t>University of Melbourne, Australia</a:t>
            </a:r>
            <a:r>
              <a:rPr lang="en-US" dirty="0" smtClean="0"/>
              <a:t>, implemented a policy to replace single-use plastic </a:t>
            </a:r>
            <a:r>
              <a:rPr lang="en-US" dirty="0" err="1" smtClean="0"/>
              <a:t>foodware</a:t>
            </a:r>
            <a:r>
              <a:rPr lang="en-US" dirty="0" smtClean="0"/>
              <a:t> with certified home-compostable alternatives across all campus dining facilities. This transition eliminated approximately </a:t>
            </a:r>
            <a:r>
              <a:rPr lang="en-US" b="1" dirty="0" smtClean="0"/>
              <a:t>150,000 plastic items per year</a:t>
            </a:r>
            <a:r>
              <a:rPr lang="en-US" dirty="0" smtClean="0"/>
              <a:t>, including cups, plates, and utensils, from campus waste streams. The initiative also increased proper composting participation among students and staff by </a:t>
            </a:r>
            <a:r>
              <a:rPr lang="en-US" b="1" dirty="0" smtClean="0"/>
              <a:t>35%</a:t>
            </a:r>
            <a:r>
              <a:rPr lang="en-US" dirty="0" smtClean="0"/>
              <a:t>, resulting in more organic waste being diverted to composting facilities rather than landfills. This move strengthened the university’s sustainability profile and reduced its environmental footprint significantly.</a:t>
            </a:r>
          </a:p>
          <a:p>
            <a:r>
              <a:rPr lang="en-US" dirty="0" smtClean="0"/>
              <a:t>University of Melbourne. (2020). </a:t>
            </a:r>
            <a:r>
              <a:rPr lang="en-US" i="1" dirty="0" smtClean="0"/>
              <a:t>Transition to compostable </a:t>
            </a:r>
            <a:r>
              <a:rPr lang="en-US" i="1" dirty="0" err="1" smtClean="0"/>
              <a:t>serviceware</a:t>
            </a:r>
            <a:r>
              <a:rPr lang="en-US" i="1" dirty="0" smtClean="0"/>
              <a:t>.</a:t>
            </a:r>
            <a:r>
              <a:rPr lang="en-US" dirty="0" smtClean="0"/>
              <a:t> Retrieved from https://sustainablecampus.unimelb.edu.au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617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2022, University of Cape Town, South Africa, replaced single-use plastic </a:t>
            </a:r>
            <a:r>
              <a:rPr lang="en-US" dirty="0" err="1" smtClean="0"/>
              <a:t>foodware</a:t>
            </a:r>
            <a:r>
              <a:rPr lang="en-US" dirty="0" smtClean="0"/>
              <a:t> in campus cafeterias and event catering with certified home-compostable alternatives. Over the first year, this change prevented roughly 120,000 plastic items from entering landfills and local waterways. Student surveys reported a 40% increase in awareness of composting and sustainable disposal practices, and the university’s composting program was able to produce over 5 tons of usable compost annually for campus gardens. This initiative both reduced plastic pollution and contributed to a circular resource model on campus.</a:t>
            </a:r>
          </a:p>
          <a:p>
            <a:r>
              <a:rPr lang="en-US" dirty="0" smtClean="0"/>
              <a:t>University of Cape Town. (2022). </a:t>
            </a:r>
            <a:r>
              <a:rPr lang="en-US" i="1" dirty="0" smtClean="0"/>
              <a:t>Replacing single-use plastics with compostable packaging.</a:t>
            </a:r>
            <a:r>
              <a:rPr lang="en-US" dirty="0" smtClean="0"/>
              <a:t> Retrieved from https://www.news.uct.ac.za/green-campus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794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Every small change adds up. Choose compostable options, spread awareness, and help make our campus part of the global solution.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699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299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Real-Life Examples from Around the World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Real-Life Examples from Around the World</dc:title>
  <dc:creator>Dell</dc:creator>
  <cp:lastModifiedBy>Dell</cp:lastModifiedBy>
  <cp:revision>3</cp:revision>
  <dcterms:created xsi:type="dcterms:W3CDTF">2025-10-21T16:41:22Z</dcterms:created>
  <dcterms:modified xsi:type="dcterms:W3CDTF">2025-10-21T16:47:10Z</dcterms:modified>
</cp:coreProperties>
</file>