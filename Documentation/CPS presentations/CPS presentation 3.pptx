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1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6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6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8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8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1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0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5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2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1E011-01C7-4DD0-9909-D1C4ABF72F7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F02D2-CE8B-4552-A384-7C442097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5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Gaining Valuable Experience Through Volunteering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Volunteering gives students real-world experience beyond the classroom.</a:t>
            </a:r>
            <a:br>
              <a:rPr lang="en-US" dirty="0" smtClean="0"/>
            </a:br>
            <a:r>
              <a:rPr lang="en-US" dirty="0" smtClean="0"/>
              <a:t>It allows you to apply what you’ve learned in practical ways.</a:t>
            </a:r>
            <a:br>
              <a:rPr lang="en-US" dirty="0" smtClean="0"/>
            </a:br>
            <a:r>
              <a:rPr lang="en-US" dirty="0" smtClean="0"/>
              <a:t>You develop important skills like teamwork, leadership, and problem-solving.</a:t>
            </a:r>
            <a:br>
              <a:rPr lang="en-US" dirty="0" smtClean="0"/>
            </a:br>
            <a:r>
              <a:rPr lang="en-US" dirty="0" smtClean="0"/>
              <a:t>These experiences help you grow personally and prepare for future careers.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22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Volunteering is Like an Internship with a Heart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Volunteering is similar to an internship—it provides hands-on learning.</a:t>
            </a:r>
            <a:br>
              <a:rPr lang="en-US" dirty="0" smtClean="0"/>
            </a:br>
            <a:r>
              <a:rPr lang="en-US" dirty="0" smtClean="0"/>
              <a:t>The difference is that volunteering focuses on helping others, not profit.</a:t>
            </a:r>
            <a:br>
              <a:rPr lang="en-US" dirty="0" smtClean="0"/>
            </a:br>
            <a:r>
              <a:rPr lang="en-US" dirty="0" smtClean="0"/>
              <a:t>You still gain professional skills such as communication, time management, and teamwork.</a:t>
            </a:r>
            <a:br>
              <a:rPr lang="en-US" dirty="0" smtClean="0"/>
            </a:br>
            <a:r>
              <a:rPr lang="en-US" dirty="0" smtClean="0"/>
              <a:t>It’s like </a:t>
            </a:r>
            <a:r>
              <a:rPr lang="en-US" i="1" dirty="0" smtClean="0"/>
              <a:t>learning by serving</a:t>
            </a:r>
            <a:r>
              <a:rPr lang="en-US" dirty="0" smtClean="0"/>
              <a:t> and making a positive impact at the same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03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Professionals Say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“Volunteering shows initiative and builds skills employers value.”</a:t>
            </a:r>
            <a:br>
              <a:rPr lang="en-US" dirty="0" smtClean="0"/>
            </a:br>
            <a:r>
              <a:rPr lang="en-US" dirty="0" smtClean="0"/>
              <a:t>— Career Development Advisor, NACE</a:t>
            </a:r>
          </a:p>
          <a:p>
            <a:r>
              <a:rPr lang="en-US" dirty="0" smtClean="0"/>
              <a:t>Experts agree that volunteer work strengthens your résumé.</a:t>
            </a:r>
            <a:br>
              <a:rPr lang="en-US" dirty="0" smtClean="0"/>
            </a:br>
            <a:r>
              <a:rPr lang="en-US" dirty="0" smtClean="0"/>
              <a:t>It demonstrates responsibility, adaptability, and a willingness to grow.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21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Numbers Prove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82</a:t>
            </a:r>
            <a:r>
              <a:rPr lang="en-US" dirty="0"/>
              <a:t>% of employers prefer candidates with volunteer experience.</a:t>
            </a:r>
            <a:br>
              <a:rPr lang="en-US" dirty="0"/>
            </a:br>
            <a:r>
              <a:rPr lang="en-US" dirty="0"/>
              <a:t>85% say volunteering develops leadership and communication skills.</a:t>
            </a:r>
            <a:br>
              <a:rPr lang="en-US" dirty="0"/>
            </a:b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References (small text at the bottom of the slide):</a:t>
            </a:r>
            <a:endParaRPr lang="en-US" dirty="0"/>
          </a:p>
          <a:p>
            <a:r>
              <a:rPr lang="en-US" dirty="0"/>
              <a:t>Deloitte. (2023). </a:t>
            </a:r>
            <a:r>
              <a:rPr lang="en-US" i="1" dirty="0"/>
              <a:t>Volunteerism Survey: How Employers View Volunteer Experience.</a:t>
            </a:r>
            <a:r>
              <a:rPr lang="en-US" dirty="0"/>
              <a:t> Deloitte Global.</a:t>
            </a:r>
          </a:p>
          <a:p>
            <a:r>
              <a:rPr lang="en-US" dirty="0"/>
              <a:t>National Association of Colleges and Employers (NACE). (2022). </a:t>
            </a:r>
            <a:r>
              <a:rPr lang="en-US" i="1" dirty="0"/>
              <a:t>Job Outlook Report.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76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Gaining Valuable Experience Through Volunteering</vt:lpstr>
      <vt:lpstr>Volunteering is Like an Internship with a Heart</vt:lpstr>
      <vt:lpstr>What Professionals Say</vt:lpstr>
      <vt:lpstr>The Numbers Prove It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Gaining Valuable Experience Through Volunteering</dc:title>
  <dc:creator>Dell</dc:creator>
  <cp:lastModifiedBy>Dell</cp:lastModifiedBy>
  <cp:revision>2</cp:revision>
  <dcterms:created xsi:type="dcterms:W3CDTF">2025-11-11T07:10:28Z</dcterms:created>
  <dcterms:modified xsi:type="dcterms:W3CDTF">2025-11-11T07:18:41Z</dcterms:modified>
</cp:coreProperties>
</file>